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82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4A90"/>
    <a:srgbClr val="D6FEFE"/>
    <a:srgbClr val="EEC7B0"/>
    <a:srgbClr val="115496"/>
    <a:srgbClr val="F7E0D6"/>
    <a:srgbClr val="A5DAF5"/>
    <a:srgbClr val="BEE3A7"/>
    <a:srgbClr val="CBEFCA"/>
    <a:srgbClr val="DFEAF6"/>
    <a:srgbClr val="EBD0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19" autoAdjust="0"/>
    <p:restoredTop sz="93448" autoAdjust="0"/>
  </p:normalViewPr>
  <p:slideViewPr>
    <p:cSldViewPr snapToGrid="0">
      <p:cViewPr varScale="1">
        <p:scale>
          <a:sx n="99" d="100"/>
          <a:sy n="99" d="100"/>
        </p:scale>
        <p:origin x="49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3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174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4A7F67-F846-46EA-8082-9F67FA8D1C07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1049175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49176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049177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178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334C8A-2AB3-44AC-84FE-44DD1F17321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96368-A471-4EC1-3459-DC643C8AD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3" name="幻灯片图像占位符 1">
            <a:extLst>
              <a:ext uri="{FF2B5EF4-FFF2-40B4-BE49-F238E27FC236}">
                <a16:creationId xmlns:a16="http://schemas.microsoft.com/office/drawing/2014/main" id="{C886DD2C-DCE8-3CB1-2D7A-919518567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824" name="备注占位符 2">
            <a:extLst>
              <a:ext uri="{FF2B5EF4-FFF2-40B4-BE49-F238E27FC236}">
                <a16:creationId xmlns:a16="http://schemas.microsoft.com/office/drawing/2014/main" id="{8C24FBF4-7D58-AB0C-A36B-09ED78EFA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1048825" name="灯片编号占位符 3">
            <a:extLst>
              <a:ext uri="{FF2B5EF4-FFF2-40B4-BE49-F238E27FC236}">
                <a16:creationId xmlns:a16="http://schemas.microsoft.com/office/drawing/2014/main" id="{B232FECE-B866-9F24-FC76-428771E2D4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80DA7-5C17-472A-835A-990B92123DD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226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678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04867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104868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8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3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913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4913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104913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13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8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9149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915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104915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15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9154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49155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4915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104915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15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59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9160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9161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4916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9163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4916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104916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16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912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104912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12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104862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2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67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9168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4916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917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104917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17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37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9138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104913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914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104914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14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9144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4914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104914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14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27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912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4912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104913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13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1934" y="76205"/>
            <a:ext cx="1488164" cy="46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DBA34-7A7E-4808-AB87-0F41496EB64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3" Type="http://schemas.openxmlformats.org/officeDocument/2006/relationships/tags" Target="../tags/tag3.xml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svg"/><Relationship Id="rId11" Type="http://schemas.openxmlformats.org/officeDocument/2006/relationships/image" Target="../media/image7.svg"/><Relationship Id="rId5" Type="http://schemas.openxmlformats.org/officeDocument/2006/relationships/notesSlide" Target="../notesSlides/notesSlide1.xml"/><Relationship Id="rId10" Type="http://schemas.openxmlformats.org/officeDocument/2006/relationships/image" Target="../media/image6.sv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9D05B-AE18-1919-DE5B-E46E089A0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8781" name="图形 1048780" descr="文档 纯色填充">
            <a:extLst>
              <a:ext uri="{FF2B5EF4-FFF2-40B4-BE49-F238E27FC236}">
                <a16:creationId xmlns:a16="http://schemas.microsoft.com/office/drawing/2014/main" id="{C1F56B40-92DB-FAFA-A34C-D652C4B35C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44534" y="2054264"/>
            <a:ext cx="914400" cy="914400"/>
          </a:xfrm>
          <a:prstGeom prst="rect">
            <a:avLst/>
          </a:prstGeom>
        </p:spPr>
      </p:pic>
      <p:sp>
        <p:nvSpPr>
          <p:cNvPr id="9" name="卷形: 垂直 8">
            <a:extLst>
              <a:ext uri="{FF2B5EF4-FFF2-40B4-BE49-F238E27FC236}">
                <a16:creationId xmlns:a16="http://schemas.microsoft.com/office/drawing/2014/main" id="{097CD90F-EB99-4CB7-9658-7E3ED5D465F3}"/>
              </a:ext>
            </a:extLst>
          </p:cNvPr>
          <p:cNvSpPr/>
          <p:nvPr/>
        </p:nvSpPr>
        <p:spPr>
          <a:xfrm>
            <a:off x="105678" y="2620647"/>
            <a:ext cx="963177" cy="916609"/>
          </a:xfrm>
          <a:prstGeom prst="verticalScroll">
            <a:avLst>
              <a:gd name="adj" fmla="val 1727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45747" name="直接连接符 1">
            <a:extLst>
              <a:ext uri="{FF2B5EF4-FFF2-40B4-BE49-F238E27FC236}">
                <a16:creationId xmlns:a16="http://schemas.microsoft.com/office/drawing/2014/main" id="{87FF4651-3699-885E-B046-9C51DE9CBB8A}"/>
              </a:ext>
            </a:extLst>
          </p:cNvPr>
          <p:cNvCxnSpPr>
            <a:cxnSpLocks/>
          </p:cNvCxnSpPr>
          <p:nvPr/>
        </p:nvCxnSpPr>
        <p:spPr>
          <a:xfrm>
            <a:off x="0" y="646489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32A59CCD-65E3-6B15-A312-0AE4965911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970" y="85100"/>
            <a:ext cx="2285309" cy="454223"/>
          </a:xfrm>
          <a:prstGeom prst="rect">
            <a:avLst/>
          </a:prstGeom>
        </p:spPr>
      </p:pic>
      <p:sp>
        <p:nvSpPr>
          <p:cNvPr id="36" name="文本框 68">
            <a:extLst>
              <a:ext uri="{FF2B5EF4-FFF2-40B4-BE49-F238E27FC236}">
                <a16:creationId xmlns:a16="http://schemas.microsoft.com/office/drawing/2014/main" id="{4B39C8F7-D7B1-BC03-FD1D-5CA452FF5172}"/>
              </a:ext>
            </a:extLst>
          </p:cNvPr>
          <p:cNvSpPr txBox="1"/>
          <p:nvPr/>
        </p:nvSpPr>
        <p:spPr>
          <a:xfrm>
            <a:off x="243692" y="2837498"/>
            <a:ext cx="687148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项目要求</a:t>
            </a:r>
            <a:endParaRPr lang="en-US" altLang="zh-CN" sz="1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0C39680-2F54-CB55-D64D-97A44601E458}"/>
              </a:ext>
            </a:extLst>
          </p:cNvPr>
          <p:cNvGrpSpPr/>
          <p:nvPr/>
        </p:nvGrpSpPr>
        <p:grpSpPr>
          <a:xfrm>
            <a:off x="1883628" y="1700242"/>
            <a:ext cx="943640" cy="1288710"/>
            <a:chOff x="8185349" y="3154117"/>
            <a:chExt cx="1082636" cy="1597849"/>
          </a:xfrm>
        </p:grpSpPr>
        <p:sp>
          <p:nvSpPr>
            <p:cNvPr id="1048769" name="矩形 1048768">
              <a:extLst>
                <a:ext uri="{FF2B5EF4-FFF2-40B4-BE49-F238E27FC236}">
                  <a16:creationId xmlns:a16="http://schemas.microsoft.com/office/drawing/2014/main" id="{2FEC32A8-AE80-873F-C359-B56C3A128065}"/>
                </a:ext>
              </a:extLst>
            </p:cNvPr>
            <p:cNvSpPr/>
            <p:nvPr/>
          </p:nvSpPr>
          <p:spPr>
            <a:xfrm>
              <a:off x="8185349" y="3154117"/>
              <a:ext cx="1082636" cy="1597849"/>
            </a:xfrm>
            <a:prstGeom prst="rect">
              <a:avLst/>
            </a:prstGeom>
            <a:solidFill>
              <a:srgbClr val="D6FEFE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AAEAF3AD-0339-D0CA-3CCA-DDE249AB6F8D}"/>
                </a:ext>
              </a:extLst>
            </p:cNvPr>
            <p:cNvSpPr/>
            <p:nvPr/>
          </p:nvSpPr>
          <p:spPr>
            <a:xfrm>
              <a:off x="8318165" y="3245029"/>
              <a:ext cx="789199" cy="204793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693F3E58-82D5-A637-18F1-F8803D9B4F90}"/>
                </a:ext>
              </a:extLst>
            </p:cNvPr>
            <p:cNvSpPr/>
            <p:nvPr/>
          </p:nvSpPr>
          <p:spPr>
            <a:xfrm>
              <a:off x="8318164" y="3535731"/>
              <a:ext cx="789199" cy="204793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592178FB-5D5F-C22D-0A7E-782F663906C6}"/>
                </a:ext>
              </a:extLst>
            </p:cNvPr>
            <p:cNvSpPr/>
            <p:nvPr/>
          </p:nvSpPr>
          <p:spPr>
            <a:xfrm>
              <a:off x="8318163" y="3837511"/>
              <a:ext cx="789199" cy="204793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E42A647C-D959-CD9A-A7B5-11659409DC50}"/>
                </a:ext>
              </a:extLst>
            </p:cNvPr>
            <p:cNvSpPr/>
            <p:nvPr/>
          </p:nvSpPr>
          <p:spPr>
            <a:xfrm>
              <a:off x="8318162" y="4128213"/>
              <a:ext cx="789199" cy="204793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8768" name="矩形 1048767">
              <a:extLst>
                <a:ext uri="{FF2B5EF4-FFF2-40B4-BE49-F238E27FC236}">
                  <a16:creationId xmlns:a16="http://schemas.microsoft.com/office/drawing/2014/main" id="{7B84DD03-A402-4C89-CCFC-5C6E31FFCE9E}"/>
                </a:ext>
              </a:extLst>
            </p:cNvPr>
            <p:cNvSpPr/>
            <p:nvPr/>
          </p:nvSpPr>
          <p:spPr>
            <a:xfrm>
              <a:off x="8318161" y="4417680"/>
              <a:ext cx="789199" cy="204793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3E8AE48-7A79-596D-3911-123533FE9DE4}"/>
              </a:ext>
            </a:extLst>
          </p:cNvPr>
          <p:cNvSpPr/>
          <p:nvPr/>
        </p:nvSpPr>
        <p:spPr>
          <a:xfrm>
            <a:off x="1462107" y="1437111"/>
            <a:ext cx="9266349" cy="4582644"/>
          </a:xfrm>
          <a:prstGeom prst="roundRect">
            <a:avLst>
              <a:gd name="adj" fmla="val 8853"/>
            </a:avLst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85">
            <a:extLst>
              <a:ext uri="{FF2B5EF4-FFF2-40B4-BE49-F238E27FC236}">
                <a16:creationId xmlns:a16="http://schemas.microsoft.com/office/drawing/2014/main" id="{19EE48C2-0A96-9C1D-C253-60CF2D4E7E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2129" y="875865"/>
            <a:ext cx="859955" cy="739260"/>
          </a:xfrm>
          <a:prstGeom prst="rect">
            <a:avLst/>
          </a:prstGeom>
        </p:spPr>
      </p:pic>
      <p:sp>
        <p:nvSpPr>
          <p:cNvPr id="10" name="箭头: 右 9">
            <a:extLst>
              <a:ext uri="{FF2B5EF4-FFF2-40B4-BE49-F238E27FC236}">
                <a16:creationId xmlns:a16="http://schemas.microsoft.com/office/drawing/2014/main" id="{64B41FBC-DE72-931A-1701-9284D181B4B4}"/>
              </a:ext>
            </a:extLst>
          </p:cNvPr>
          <p:cNvSpPr/>
          <p:nvPr/>
        </p:nvSpPr>
        <p:spPr>
          <a:xfrm>
            <a:off x="1120943" y="3238156"/>
            <a:ext cx="457200" cy="52263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68">
            <a:extLst>
              <a:ext uri="{FF2B5EF4-FFF2-40B4-BE49-F238E27FC236}">
                <a16:creationId xmlns:a16="http://schemas.microsoft.com/office/drawing/2014/main" id="{D799B657-67A2-7556-A36C-6CCEFC82C59E}"/>
              </a:ext>
            </a:extLst>
          </p:cNvPr>
          <p:cNvSpPr txBox="1"/>
          <p:nvPr/>
        </p:nvSpPr>
        <p:spPr>
          <a:xfrm>
            <a:off x="1761204" y="3078952"/>
            <a:ext cx="1188487" cy="32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功能指标</a:t>
            </a:r>
            <a:endParaRPr lang="en-US" altLang="zh-CN" sz="1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E4613EF-8E83-9268-4C31-1541F13264E6}"/>
              </a:ext>
            </a:extLst>
          </p:cNvPr>
          <p:cNvSpPr txBox="1"/>
          <p:nvPr/>
        </p:nvSpPr>
        <p:spPr>
          <a:xfrm>
            <a:off x="1934655" y="1009408"/>
            <a:ext cx="3445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Deepseek-V4-flash</a:t>
            </a:r>
            <a:r>
              <a:rPr lang="zh-CN" altLang="en-US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多轮对话</a:t>
            </a: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8907F4D8-A8B6-05F9-7275-C7ADA3B4919A}"/>
              </a:ext>
            </a:extLst>
          </p:cNvPr>
          <p:cNvSpPr/>
          <p:nvPr/>
        </p:nvSpPr>
        <p:spPr>
          <a:xfrm>
            <a:off x="3168546" y="2155273"/>
            <a:ext cx="816605" cy="434807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卷形: 垂直 33">
            <a:extLst>
              <a:ext uri="{FF2B5EF4-FFF2-40B4-BE49-F238E27FC236}">
                <a16:creationId xmlns:a16="http://schemas.microsoft.com/office/drawing/2014/main" id="{CF947A88-A91C-1347-11D8-812CFCDBB894}"/>
              </a:ext>
            </a:extLst>
          </p:cNvPr>
          <p:cNvSpPr/>
          <p:nvPr/>
        </p:nvSpPr>
        <p:spPr>
          <a:xfrm>
            <a:off x="4416600" y="1912118"/>
            <a:ext cx="963177" cy="916609"/>
          </a:xfrm>
          <a:prstGeom prst="verticalScroll">
            <a:avLst>
              <a:gd name="adj" fmla="val 1727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1FD20D6-A11E-0852-7503-0C99F3D0E713}"/>
              </a:ext>
            </a:extLst>
          </p:cNvPr>
          <p:cNvSpPr txBox="1"/>
          <p:nvPr/>
        </p:nvSpPr>
        <p:spPr>
          <a:xfrm>
            <a:off x="4721130" y="2131256"/>
            <a:ext cx="4479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sp>
        <p:nvSpPr>
          <p:cNvPr id="40" name="文本框 68">
            <a:extLst>
              <a:ext uri="{FF2B5EF4-FFF2-40B4-BE49-F238E27FC236}">
                <a16:creationId xmlns:a16="http://schemas.microsoft.com/office/drawing/2014/main" id="{B11A7FF9-3D5A-6B58-36B6-77A6B16B071B}"/>
              </a:ext>
            </a:extLst>
          </p:cNvPr>
          <p:cNvSpPr txBox="1"/>
          <p:nvPr/>
        </p:nvSpPr>
        <p:spPr>
          <a:xfrm>
            <a:off x="3316273" y="3102510"/>
            <a:ext cx="2897799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对比功能指标与项目要求</a:t>
            </a:r>
            <a:endParaRPr lang="en-US" altLang="zh-CN" sz="1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（分析并解决高风险歧义）</a:t>
            </a:r>
            <a:endParaRPr lang="en-US" altLang="zh-CN" sz="1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4" name="箭头: 右 43">
            <a:extLst>
              <a:ext uri="{FF2B5EF4-FFF2-40B4-BE49-F238E27FC236}">
                <a16:creationId xmlns:a16="http://schemas.microsoft.com/office/drawing/2014/main" id="{BBBE33DF-8A32-83C1-FC11-7F1279E7F31F}"/>
              </a:ext>
            </a:extLst>
          </p:cNvPr>
          <p:cNvSpPr/>
          <p:nvPr/>
        </p:nvSpPr>
        <p:spPr>
          <a:xfrm>
            <a:off x="5647983" y="2173195"/>
            <a:ext cx="816605" cy="41688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CF06D094-7CCE-E8F8-70CC-F744C1F64246}"/>
              </a:ext>
            </a:extLst>
          </p:cNvPr>
          <p:cNvGrpSpPr/>
          <p:nvPr/>
        </p:nvGrpSpPr>
        <p:grpSpPr>
          <a:xfrm>
            <a:off x="6772631" y="1713818"/>
            <a:ext cx="943640" cy="1287657"/>
            <a:chOff x="8185349" y="3154117"/>
            <a:chExt cx="1082636" cy="1597849"/>
          </a:xfrm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40EE7F49-3C4D-D268-8F53-4AE0D795803B}"/>
                </a:ext>
              </a:extLst>
            </p:cNvPr>
            <p:cNvSpPr/>
            <p:nvPr/>
          </p:nvSpPr>
          <p:spPr>
            <a:xfrm>
              <a:off x="8185349" y="3154117"/>
              <a:ext cx="1082636" cy="1597849"/>
            </a:xfrm>
            <a:prstGeom prst="rect">
              <a:avLst/>
            </a:prstGeom>
            <a:solidFill>
              <a:srgbClr val="D6FEFE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B6695F95-431A-7325-B54B-E64FA41A7F64}"/>
                </a:ext>
              </a:extLst>
            </p:cNvPr>
            <p:cNvSpPr/>
            <p:nvPr/>
          </p:nvSpPr>
          <p:spPr>
            <a:xfrm>
              <a:off x="8318165" y="3245028"/>
              <a:ext cx="789199" cy="382987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398BC55A-6347-A7EF-A4E3-0BE1DFA9CA1A}"/>
                </a:ext>
              </a:extLst>
            </p:cNvPr>
            <p:cNvSpPr/>
            <p:nvPr/>
          </p:nvSpPr>
          <p:spPr>
            <a:xfrm>
              <a:off x="8318164" y="3729475"/>
              <a:ext cx="789199" cy="416795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D17BC842-2E22-0C54-AAD6-3AE3D6533944}"/>
                </a:ext>
              </a:extLst>
            </p:cNvPr>
            <p:cNvSpPr/>
            <p:nvPr/>
          </p:nvSpPr>
          <p:spPr>
            <a:xfrm>
              <a:off x="8318164" y="4241467"/>
              <a:ext cx="789199" cy="41679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48772" name="文本框 68">
            <a:extLst>
              <a:ext uri="{FF2B5EF4-FFF2-40B4-BE49-F238E27FC236}">
                <a16:creationId xmlns:a16="http://schemas.microsoft.com/office/drawing/2014/main" id="{87A7E90B-3F73-ED3E-F2EC-A2C497D63D6D}"/>
              </a:ext>
            </a:extLst>
          </p:cNvPr>
          <p:cNvSpPr txBox="1"/>
          <p:nvPr/>
        </p:nvSpPr>
        <p:spPr>
          <a:xfrm>
            <a:off x="6388006" y="3118447"/>
            <a:ext cx="1712890" cy="32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提出方案</a:t>
            </a:r>
            <a:endParaRPr lang="en-US" altLang="zh-CN" sz="1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48776" name="箭头: 右 1048775">
            <a:extLst>
              <a:ext uri="{FF2B5EF4-FFF2-40B4-BE49-F238E27FC236}">
                <a16:creationId xmlns:a16="http://schemas.microsoft.com/office/drawing/2014/main" id="{D30850D4-D152-126C-FE14-C421E384D47A}"/>
              </a:ext>
            </a:extLst>
          </p:cNvPr>
          <p:cNvSpPr/>
          <p:nvPr/>
        </p:nvSpPr>
        <p:spPr>
          <a:xfrm>
            <a:off x="8186911" y="2196710"/>
            <a:ext cx="816605" cy="42232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48779" name="图形 1048778">
            <a:extLst>
              <a:ext uri="{FF2B5EF4-FFF2-40B4-BE49-F238E27FC236}">
                <a16:creationId xmlns:a16="http://schemas.microsoft.com/office/drawing/2014/main" id="{10575F12-CAA9-A42A-5E1E-09C907B5036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79103" y="1885976"/>
            <a:ext cx="522631" cy="522631"/>
          </a:xfrm>
          <a:prstGeom prst="rect">
            <a:avLst/>
          </a:prstGeom>
        </p:spPr>
      </p:pic>
      <p:sp>
        <p:nvSpPr>
          <p:cNvPr id="1048783" name="文本框 68">
            <a:extLst>
              <a:ext uri="{FF2B5EF4-FFF2-40B4-BE49-F238E27FC236}">
                <a16:creationId xmlns:a16="http://schemas.microsoft.com/office/drawing/2014/main" id="{247D6979-8A25-DBA5-41AF-BA3E005F4C63}"/>
              </a:ext>
            </a:extLst>
          </p:cNvPr>
          <p:cNvSpPr txBox="1"/>
          <p:nvPr/>
        </p:nvSpPr>
        <p:spPr>
          <a:xfrm>
            <a:off x="7698929" y="1919420"/>
            <a:ext cx="1712890" cy="32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选一个方案</a:t>
            </a:r>
            <a:endParaRPr lang="en-US" altLang="zh-CN" sz="1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48785" name="文本框 68">
            <a:extLst>
              <a:ext uri="{FF2B5EF4-FFF2-40B4-BE49-F238E27FC236}">
                <a16:creationId xmlns:a16="http://schemas.microsoft.com/office/drawing/2014/main" id="{ABB7EE75-7AA1-B56A-B0D2-DB3ACE80AEB8}"/>
              </a:ext>
            </a:extLst>
          </p:cNvPr>
          <p:cNvSpPr txBox="1"/>
          <p:nvPr/>
        </p:nvSpPr>
        <p:spPr>
          <a:xfrm>
            <a:off x="9449539" y="3067372"/>
            <a:ext cx="909395" cy="32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构建项目</a:t>
            </a:r>
            <a:endParaRPr lang="en-US" altLang="zh-CN" sz="1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48787" name="箭头: 右 1048786">
            <a:extLst>
              <a:ext uri="{FF2B5EF4-FFF2-40B4-BE49-F238E27FC236}">
                <a16:creationId xmlns:a16="http://schemas.microsoft.com/office/drawing/2014/main" id="{48096006-9613-9BC0-4909-AF6DEF8C2931}"/>
              </a:ext>
            </a:extLst>
          </p:cNvPr>
          <p:cNvSpPr/>
          <p:nvPr/>
        </p:nvSpPr>
        <p:spPr>
          <a:xfrm rot="5400000">
            <a:off x="9698018" y="3745168"/>
            <a:ext cx="816605" cy="384614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48789" name="图形 1048788" descr="文档 纯色填充">
            <a:extLst>
              <a:ext uri="{FF2B5EF4-FFF2-40B4-BE49-F238E27FC236}">
                <a16:creationId xmlns:a16="http://schemas.microsoft.com/office/drawing/2014/main" id="{A1C76271-3DB3-10DE-EFE2-27F47C0616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44534" y="4478770"/>
            <a:ext cx="914400" cy="914400"/>
          </a:xfrm>
          <a:prstGeom prst="rect">
            <a:avLst/>
          </a:prstGeom>
        </p:spPr>
      </p:pic>
      <p:sp>
        <p:nvSpPr>
          <p:cNvPr id="1048791" name="文本框 1048790">
            <a:extLst>
              <a:ext uri="{FF2B5EF4-FFF2-40B4-BE49-F238E27FC236}">
                <a16:creationId xmlns:a16="http://schemas.microsoft.com/office/drawing/2014/main" id="{A029B8E9-50D9-1C25-A3F8-3A4EC77CE826}"/>
              </a:ext>
            </a:extLst>
          </p:cNvPr>
          <p:cNvSpPr txBox="1"/>
          <p:nvPr/>
        </p:nvSpPr>
        <p:spPr>
          <a:xfrm>
            <a:off x="9297422" y="4313862"/>
            <a:ext cx="4479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sp>
        <p:nvSpPr>
          <p:cNvPr id="1048793" name="文本框 68">
            <a:extLst>
              <a:ext uri="{FF2B5EF4-FFF2-40B4-BE49-F238E27FC236}">
                <a16:creationId xmlns:a16="http://schemas.microsoft.com/office/drawing/2014/main" id="{817F087F-A975-83A3-24AB-38ECE491EDCC}"/>
              </a:ext>
            </a:extLst>
          </p:cNvPr>
          <p:cNvSpPr txBox="1"/>
          <p:nvPr/>
        </p:nvSpPr>
        <p:spPr>
          <a:xfrm>
            <a:off x="9444534" y="5398066"/>
            <a:ext cx="909395" cy="32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测试项目</a:t>
            </a:r>
            <a:endParaRPr lang="en-US" altLang="zh-CN" sz="1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48795" name="箭头: 右 1048794">
            <a:extLst>
              <a:ext uri="{FF2B5EF4-FFF2-40B4-BE49-F238E27FC236}">
                <a16:creationId xmlns:a16="http://schemas.microsoft.com/office/drawing/2014/main" id="{D20FA886-3814-80D0-A9A5-BF96E1EF386A}"/>
              </a:ext>
            </a:extLst>
          </p:cNvPr>
          <p:cNvSpPr/>
          <p:nvPr/>
        </p:nvSpPr>
        <p:spPr>
          <a:xfrm rot="16200000">
            <a:off x="9344828" y="3707191"/>
            <a:ext cx="816605" cy="38461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797" name="文本框 68">
            <a:extLst>
              <a:ext uri="{FF2B5EF4-FFF2-40B4-BE49-F238E27FC236}">
                <a16:creationId xmlns:a16="http://schemas.microsoft.com/office/drawing/2014/main" id="{B2588F25-3E48-5298-297F-B683DD827B39}"/>
              </a:ext>
            </a:extLst>
          </p:cNvPr>
          <p:cNvSpPr txBox="1"/>
          <p:nvPr/>
        </p:nvSpPr>
        <p:spPr>
          <a:xfrm>
            <a:off x="9079563" y="3778583"/>
            <a:ext cx="629223" cy="32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修改</a:t>
            </a:r>
            <a:endParaRPr lang="en-US" altLang="zh-CN" sz="1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48799" name="箭头: 右 1048798">
            <a:extLst>
              <a:ext uri="{FF2B5EF4-FFF2-40B4-BE49-F238E27FC236}">
                <a16:creationId xmlns:a16="http://schemas.microsoft.com/office/drawing/2014/main" id="{2D08ECE4-7834-88DC-7510-570734DA52E5}"/>
              </a:ext>
            </a:extLst>
          </p:cNvPr>
          <p:cNvSpPr/>
          <p:nvPr/>
        </p:nvSpPr>
        <p:spPr>
          <a:xfrm rot="13616665">
            <a:off x="7724256" y="3503051"/>
            <a:ext cx="1616130" cy="353359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802" name="文本框 68">
            <a:extLst>
              <a:ext uri="{FF2B5EF4-FFF2-40B4-BE49-F238E27FC236}">
                <a16:creationId xmlns:a16="http://schemas.microsoft.com/office/drawing/2014/main" id="{56822D47-DE20-38A2-C599-2C2CC76DA926}"/>
              </a:ext>
            </a:extLst>
          </p:cNvPr>
          <p:cNvSpPr txBox="1"/>
          <p:nvPr/>
        </p:nvSpPr>
        <p:spPr>
          <a:xfrm>
            <a:off x="6714043" y="3551695"/>
            <a:ext cx="1664599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认为方案没有改进潜力则更换方案</a:t>
            </a:r>
            <a:endParaRPr lang="en-US" altLang="zh-CN" sz="1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48804" name="箭头: 右 1048803">
            <a:extLst>
              <a:ext uri="{FF2B5EF4-FFF2-40B4-BE49-F238E27FC236}">
                <a16:creationId xmlns:a16="http://schemas.microsoft.com/office/drawing/2014/main" id="{0C410282-4F36-6AD8-2573-8EA8821804C8}"/>
              </a:ext>
            </a:extLst>
          </p:cNvPr>
          <p:cNvSpPr/>
          <p:nvPr/>
        </p:nvSpPr>
        <p:spPr>
          <a:xfrm rot="10800000">
            <a:off x="8312154" y="4740426"/>
            <a:ext cx="816605" cy="45477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806" name="文本框 68">
            <a:extLst>
              <a:ext uri="{FF2B5EF4-FFF2-40B4-BE49-F238E27FC236}">
                <a16:creationId xmlns:a16="http://schemas.microsoft.com/office/drawing/2014/main" id="{B9243D39-15E9-FF20-4E46-8454CE6DC31B}"/>
              </a:ext>
            </a:extLst>
          </p:cNvPr>
          <p:cNvSpPr txBox="1"/>
          <p:nvPr/>
        </p:nvSpPr>
        <p:spPr>
          <a:xfrm>
            <a:off x="8502039" y="5226797"/>
            <a:ext cx="629223" cy="32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</a:t>
            </a:r>
            <a:endParaRPr lang="en-US" altLang="zh-CN" sz="1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048807" name="组合 1048806">
            <a:extLst>
              <a:ext uri="{FF2B5EF4-FFF2-40B4-BE49-F238E27FC236}">
                <a16:creationId xmlns:a16="http://schemas.microsoft.com/office/drawing/2014/main" id="{DC21EFD8-3A6F-8D57-6857-B8AFF04D7D95}"/>
              </a:ext>
            </a:extLst>
          </p:cNvPr>
          <p:cNvGrpSpPr/>
          <p:nvPr/>
        </p:nvGrpSpPr>
        <p:grpSpPr>
          <a:xfrm>
            <a:off x="7139413" y="4333872"/>
            <a:ext cx="943640" cy="1288710"/>
            <a:chOff x="8185349" y="3154117"/>
            <a:chExt cx="1082636" cy="1597849"/>
          </a:xfrm>
        </p:grpSpPr>
        <p:sp>
          <p:nvSpPr>
            <p:cNvPr id="1048808" name="矩形 1048807">
              <a:extLst>
                <a:ext uri="{FF2B5EF4-FFF2-40B4-BE49-F238E27FC236}">
                  <a16:creationId xmlns:a16="http://schemas.microsoft.com/office/drawing/2014/main" id="{BF52FB0A-A2DC-62A3-A18E-1023B0C610AA}"/>
                </a:ext>
              </a:extLst>
            </p:cNvPr>
            <p:cNvSpPr/>
            <p:nvPr/>
          </p:nvSpPr>
          <p:spPr>
            <a:xfrm>
              <a:off x="8185349" y="3154117"/>
              <a:ext cx="1082636" cy="1597849"/>
            </a:xfrm>
            <a:prstGeom prst="rect">
              <a:avLst/>
            </a:prstGeom>
            <a:solidFill>
              <a:srgbClr val="D6FEFE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8809" name="矩形 1048808">
              <a:extLst>
                <a:ext uri="{FF2B5EF4-FFF2-40B4-BE49-F238E27FC236}">
                  <a16:creationId xmlns:a16="http://schemas.microsoft.com/office/drawing/2014/main" id="{2338640D-4A82-8098-8CF6-41B6AC3EC352}"/>
                </a:ext>
              </a:extLst>
            </p:cNvPr>
            <p:cNvSpPr/>
            <p:nvPr/>
          </p:nvSpPr>
          <p:spPr>
            <a:xfrm>
              <a:off x="8318165" y="3245029"/>
              <a:ext cx="789199" cy="204793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8810" name="矩形 1048809">
              <a:extLst>
                <a:ext uri="{FF2B5EF4-FFF2-40B4-BE49-F238E27FC236}">
                  <a16:creationId xmlns:a16="http://schemas.microsoft.com/office/drawing/2014/main" id="{0C60529D-6509-01A6-CF1A-8CE992FCAFF8}"/>
                </a:ext>
              </a:extLst>
            </p:cNvPr>
            <p:cNvSpPr/>
            <p:nvPr/>
          </p:nvSpPr>
          <p:spPr>
            <a:xfrm>
              <a:off x="8318164" y="3535731"/>
              <a:ext cx="789199" cy="204793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8811" name="矩形 1048810">
              <a:extLst>
                <a:ext uri="{FF2B5EF4-FFF2-40B4-BE49-F238E27FC236}">
                  <a16:creationId xmlns:a16="http://schemas.microsoft.com/office/drawing/2014/main" id="{108DA3C2-99E9-6B50-4BEE-27A1F4C83720}"/>
                </a:ext>
              </a:extLst>
            </p:cNvPr>
            <p:cNvSpPr/>
            <p:nvPr/>
          </p:nvSpPr>
          <p:spPr>
            <a:xfrm>
              <a:off x="8318163" y="3837511"/>
              <a:ext cx="789199" cy="204793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8812" name="矩形 1048811">
              <a:extLst>
                <a:ext uri="{FF2B5EF4-FFF2-40B4-BE49-F238E27FC236}">
                  <a16:creationId xmlns:a16="http://schemas.microsoft.com/office/drawing/2014/main" id="{79A9F548-8710-C2B8-A9CE-39F80DFC2C5F}"/>
                </a:ext>
              </a:extLst>
            </p:cNvPr>
            <p:cNvSpPr/>
            <p:nvPr/>
          </p:nvSpPr>
          <p:spPr>
            <a:xfrm>
              <a:off x="8318162" y="4128213"/>
              <a:ext cx="789199" cy="204793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8813" name="矩形 1048812">
              <a:extLst>
                <a:ext uri="{FF2B5EF4-FFF2-40B4-BE49-F238E27FC236}">
                  <a16:creationId xmlns:a16="http://schemas.microsoft.com/office/drawing/2014/main" id="{2733C2F7-1EA0-2D2E-67AB-E6B9F3BE0629}"/>
                </a:ext>
              </a:extLst>
            </p:cNvPr>
            <p:cNvSpPr/>
            <p:nvPr/>
          </p:nvSpPr>
          <p:spPr>
            <a:xfrm>
              <a:off x="8318161" y="4417680"/>
              <a:ext cx="789199" cy="204793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48815" name="文本框 68">
            <a:extLst>
              <a:ext uri="{FF2B5EF4-FFF2-40B4-BE49-F238E27FC236}">
                <a16:creationId xmlns:a16="http://schemas.microsoft.com/office/drawing/2014/main" id="{DC3534A0-9CF6-095D-C00A-83586A1F580E}"/>
              </a:ext>
            </a:extLst>
          </p:cNvPr>
          <p:cNvSpPr txBox="1"/>
          <p:nvPr/>
        </p:nvSpPr>
        <p:spPr>
          <a:xfrm>
            <a:off x="7066442" y="5622582"/>
            <a:ext cx="1065339" cy="32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边缘测试</a:t>
            </a:r>
            <a:endParaRPr lang="en-US" altLang="zh-CN" sz="1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48817" name="箭头: 右 1048816">
            <a:extLst>
              <a:ext uri="{FF2B5EF4-FFF2-40B4-BE49-F238E27FC236}">
                <a16:creationId xmlns:a16="http://schemas.microsoft.com/office/drawing/2014/main" id="{B82D30A8-D1F8-D66A-9C16-2537EFE38AA1}"/>
              </a:ext>
            </a:extLst>
          </p:cNvPr>
          <p:cNvSpPr/>
          <p:nvPr/>
        </p:nvSpPr>
        <p:spPr>
          <a:xfrm rot="10800000">
            <a:off x="6115723" y="4565348"/>
            <a:ext cx="816605" cy="33444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48821" name="图形 1048820" descr="文档 纯色填充">
            <a:extLst>
              <a:ext uri="{FF2B5EF4-FFF2-40B4-BE49-F238E27FC236}">
                <a16:creationId xmlns:a16="http://schemas.microsoft.com/office/drawing/2014/main" id="{C8B362AA-1B9F-0088-DA04-9F5CFB140F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64974" y="4294941"/>
            <a:ext cx="914400" cy="914400"/>
          </a:xfrm>
          <a:prstGeom prst="rect">
            <a:avLst/>
          </a:prstGeom>
        </p:spPr>
      </p:pic>
      <p:pic>
        <p:nvPicPr>
          <p:cNvPr id="1048823" name="图形 1048822">
            <a:extLst>
              <a:ext uri="{FF2B5EF4-FFF2-40B4-BE49-F238E27FC236}">
                <a16:creationId xmlns:a16="http://schemas.microsoft.com/office/drawing/2014/main" id="{F5413D23-BDFF-8D3D-78DB-3E20B6A7E99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99543" y="4126653"/>
            <a:ext cx="522631" cy="522631"/>
          </a:xfrm>
          <a:prstGeom prst="rect">
            <a:avLst/>
          </a:prstGeom>
        </p:spPr>
      </p:pic>
      <p:pic>
        <p:nvPicPr>
          <p:cNvPr id="1048825" name="图形 1048824">
            <a:extLst>
              <a:ext uri="{FF2B5EF4-FFF2-40B4-BE49-F238E27FC236}">
                <a16:creationId xmlns:a16="http://schemas.microsoft.com/office/drawing/2014/main" id="{E1AE5CDB-55FD-987E-4CFA-F9F5FA57252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49653" y="4156442"/>
            <a:ext cx="482911" cy="482911"/>
          </a:xfrm>
          <a:prstGeom prst="rect">
            <a:avLst/>
          </a:prstGeom>
        </p:spPr>
      </p:pic>
      <p:sp>
        <p:nvSpPr>
          <p:cNvPr id="1048827" name="文本框 68">
            <a:extLst>
              <a:ext uri="{FF2B5EF4-FFF2-40B4-BE49-F238E27FC236}">
                <a16:creationId xmlns:a16="http://schemas.microsoft.com/office/drawing/2014/main" id="{D5A66D0A-5249-F875-BB8B-0D3AC6692184}"/>
              </a:ext>
            </a:extLst>
          </p:cNvPr>
          <p:cNvSpPr txBox="1"/>
          <p:nvPr/>
        </p:nvSpPr>
        <p:spPr>
          <a:xfrm>
            <a:off x="5088412" y="5203254"/>
            <a:ext cx="1065339" cy="32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改进项目</a:t>
            </a:r>
            <a:endParaRPr lang="en-US" altLang="zh-CN" sz="1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48829" name="箭头: 右 1048828">
            <a:extLst>
              <a:ext uri="{FF2B5EF4-FFF2-40B4-BE49-F238E27FC236}">
                <a16:creationId xmlns:a16="http://schemas.microsoft.com/office/drawing/2014/main" id="{C4C275E9-37D4-101B-74F9-F8EA09C4E5B3}"/>
              </a:ext>
            </a:extLst>
          </p:cNvPr>
          <p:cNvSpPr/>
          <p:nvPr/>
        </p:nvSpPr>
        <p:spPr>
          <a:xfrm rot="10800000">
            <a:off x="4053781" y="4565348"/>
            <a:ext cx="816605" cy="478294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831" name="箭头: 右 1048830">
            <a:extLst>
              <a:ext uri="{FF2B5EF4-FFF2-40B4-BE49-F238E27FC236}">
                <a16:creationId xmlns:a16="http://schemas.microsoft.com/office/drawing/2014/main" id="{76A7093D-BC8C-2B78-6C7A-61BE34586AED}"/>
              </a:ext>
            </a:extLst>
          </p:cNvPr>
          <p:cNvSpPr/>
          <p:nvPr/>
        </p:nvSpPr>
        <p:spPr>
          <a:xfrm>
            <a:off x="6164434" y="4943773"/>
            <a:ext cx="816605" cy="34090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45729" name="图形 3145728" descr="文档 纯色填充">
            <a:extLst>
              <a:ext uri="{FF2B5EF4-FFF2-40B4-BE49-F238E27FC236}">
                <a16:creationId xmlns:a16="http://schemas.microsoft.com/office/drawing/2014/main" id="{6655451B-1156-E4B1-3B96-A4082717A4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07923" y="4132035"/>
            <a:ext cx="914400" cy="914400"/>
          </a:xfrm>
          <a:prstGeom prst="rect">
            <a:avLst/>
          </a:prstGeom>
        </p:spPr>
      </p:pic>
      <p:sp>
        <p:nvSpPr>
          <p:cNvPr id="3145731" name="文本框 68">
            <a:extLst>
              <a:ext uri="{FF2B5EF4-FFF2-40B4-BE49-F238E27FC236}">
                <a16:creationId xmlns:a16="http://schemas.microsoft.com/office/drawing/2014/main" id="{88CA46C8-E591-F1AB-FE18-77A42A02C456}"/>
              </a:ext>
            </a:extLst>
          </p:cNvPr>
          <p:cNvSpPr txBox="1"/>
          <p:nvPr/>
        </p:nvSpPr>
        <p:spPr>
          <a:xfrm>
            <a:off x="2929364" y="5051480"/>
            <a:ext cx="988777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总结并输出项目</a:t>
            </a:r>
            <a:endParaRPr lang="en-US" altLang="zh-CN" sz="1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45733" name="箭头: 右 3145732">
            <a:extLst>
              <a:ext uri="{FF2B5EF4-FFF2-40B4-BE49-F238E27FC236}">
                <a16:creationId xmlns:a16="http://schemas.microsoft.com/office/drawing/2014/main" id="{41D326DC-7D73-7803-3246-5D80BCCC8380}"/>
              </a:ext>
            </a:extLst>
          </p:cNvPr>
          <p:cNvSpPr/>
          <p:nvPr/>
        </p:nvSpPr>
        <p:spPr>
          <a:xfrm>
            <a:off x="10805678" y="3383867"/>
            <a:ext cx="578720" cy="521693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45735" name="图形 3145734" descr="文档 纯色填充">
            <a:extLst>
              <a:ext uri="{FF2B5EF4-FFF2-40B4-BE49-F238E27FC236}">
                <a16:creationId xmlns:a16="http://schemas.microsoft.com/office/drawing/2014/main" id="{6E8BA321-B4A6-BF4B-02AC-8EB6860DF1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277600" y="3102856"/>
            <a:ext cx="914400" cy="914400"/>
          </a:xfrm>
          <a:prstGeom prst="rect">
            <a:avLst/>
          </a:prstGeom>
        </p:spPr>
      </p:pic>
      <p:sp>
        <p:nvSpPr>
          <p:cNvPr id="3145737" name="文本框 68">
            <a:extLst>
              <a:ext uri="{FF2B5EF4-FFF2-40B4-BE49-F238E27FC236}">
                <a16:creationId xmlns:a16="http://schemas.microsoft.com/office/drawing/2014/main" id="{ABA22651-383F-0511-FDA6-DFE39D982F59}"/>
              </a:ext>
            </a:extLst>
          </p:cNvPr>
          <p:cNvSpPr txBox="1"/>
          <p:nvPr/>
        </p:nvSpPr>
        <p:spPr>
          <a:xfrm>
            <a:off x="11277600" y="3969460"/>
            <a:ext cx="909395" cy="32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目标项目</a:t>
            </a:r>
            <a:endParaRPr lang="en-US" altLang="zh-CN" sz="1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145739" name="图片 3145738">
            <a:extLst>
              <a:ext uri="{FF2B5EF4-FFF2-40B4-BE49-F238E27FC236}">
                <a16:creationId xmlns:a16="http://schemas.microsoft.com/office/drawing/2014/main" id="{41C75006-4CCD-3392-5B8F-19C55E68E40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6008" y="31625"/>
            <a:ext cx="712188" cy="546903"/>
          </a:xfrm>
          <a:prstGeom prst="rect">
            <a:avLst/>
          </a:prstGeom>
        </p:spPr>
      </p:pic>
      <p:sp>
        <p:nvSpPr>
          <p:cNvPr id="1048801" name="文本框 68">
            <a:extLst>
              <a:ext uri="{FF2B5EF4-FFF2-40B4-BE49-F238E27FC236}">
                <a16:creationId xmlns:a16="http://schemas.microsoft.com/office/drawing/2014/main" id="{DC16E6D9-1B0B-2857-CE59-F2DC914A2360}"/>
              </a:ext>
            </a:extLst>
          </p:cNvPr>
          <p:cNvSpPr txBox="1"/>
          <p:nvPr/>
        </p:nvSpPr>
        <p:spPr>
          <a:xfrm>
            <a:off x="436416" y="63226"/>
            <a:ext cx="6105124" cy="496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Coding Agent</a:t>
            </a: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框架</a:t>
            </a:r>
          </a:p>
        </p:txBody>
      </p:sp>
      <p:sp>
        <p:nvSpPr>
          <p:cNvPr id="3145741" name="文本框 3145740">
            <a:extLst>
              <a:ext uri="{FF2B5EF4-FFF2-40B4-BE49-F238E27FC236}">
                <a16:creationId xmlns:a16="http://schemas.microsoft.com/office/drawing/2014/main" id="{B690B3B0-DE42-46ED-722E-09B043EB7E46}"/>
              </a:ext>
            </a:extLst>
          </p:cNvPr>
          <p:cNvSpPr txBox="1"/>
          <p:nvPr/>
        </p:nvSpPr>
        <p:spPr>
          <a:xfrm>
            <a:off x="2866846" y="6221939"/>
            <a:ext cx="62127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树状存储对话记录，方便在原方案上改进和更换方案</a:t>
            </a:r>
          </a:p>
        </p:txBody>
      </p:sp>
      <p:sp>
        <p:nvSpPr>
          <p:cNvPr id="3145742" name="椭圆 3145741">
            <a:extLst>
              <a:ext uri="{FF2B5EF4-FFF2-40B4-BE49-F238E27FC236}">
                <a16:creationId xmlns:a16="http://schemas.microsoft.com/office/drawing/2014/main" id="{FE7A69CA-40E3-3605-3AFC-2F15BB85C841}"/>
              </a:ext>
            </a:extLst>
          </p:cNvPr>
          <p:cNvSpPr/>
          <p:nvPr/>
        </p:nvSpPr>
        <p:spPr>
          <a:xfrm>
            <a:off x="520824" y="4154998"/>
            <a:ext cx="94233" cy="887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45745" name="直接箭头连接符 3145744">
            <a:extLst>
              <a:ext uri="{FF2B5EF4-FFF2-40B4-BE49-F238E27FC236}">
                <a16:creationId xmlns:a16="http://schemas.microsoft.com/office/drawing/2014/main" id="{50EE3584-17A8-7D58-2BD0-753703549020}"/>
              </a:ext>
            </a:extLst>
          </p:cNvPr>
          <p:cNvCxnSpPr/>
          <p:nvPr/>
        </p:nvCxnSpPr>
        <p:spPr>
          <a:xfrm>
            <a:off x="574666" y="4216465"/>
            <a:ext cx="88875" cy="371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5748" name="椭圆 3145747">
            <a:extLst>
              <a:ext uri="{FF2B5EF4-FFF2-40B4-BE49-F238E27FC236}">
                <a16:creationId xmlns:a16="http://schemas.microsoft.com/office/drawing/2014/main" id="{F6E15259-4BB8-778E-159B-67DF19C25F04}"/>
              </a:ext>
            </a:extLst>
          </p:cNvPr>
          <p:cNvSpPr/>
          <p:nvPr/>
        </p:nvSpPr>
        <p:spPr>
          <a:xfrm>
            <a:off x="615057" y="4544937"/>
            <a:ext cx="94233" cy="887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45750" name="椭圆 3145749">
            <a:extLst>
              <a:ext uri="{FF2B5EF4-FFF2-40B4-BE49-F238E27FC236}">
                <a16:creationId xmlns:a16="http://schemas.microsoft.com/office/drawing/2014/main" id="{A4F469BD-0C62-A729-3F17-42BB76EAE292}"/>
              </a:ext>
            </a:extLst>
          </p:cNvPr>
          <p:cNvSpPr/>
          <p:nvPr/>
        </p:nvSpPr>
        <p:spPr>
          <a:xfrm>
            <a:off x="460318" y="4861981"/>
            <a:ext cx="94233" cy="887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45751" name="直接箭头连接符 3145750">
            <a:extLst>
              <a:ext uri="{FF2B5EF4-FFF2-40B4-BE49-F238E27FC236}">
                <a16:creationId xmlns:a16="http://schemas.microsoft.com/office/drawing/2014/main" id="{94E3E582-B57E-7376-D699-2FB2925F0585}"/>
              </a:ext>
            </a:extLst>
          </p:cNvPr>
          <p:cNvCxnSpPr>
            <a:cxnSpLocks/>
            <a:stCxn id="3145748" idx="4"/>
            <a:endCxn id="3145750" idx="5"/>
          </p:cNvCxnSpPr>
          <p:nvPr/>
        </p:nvCxnSpPr>
        <p:spPr>
          <a:xfrm flipH="1">
            <a:off x="540751" y="4633670"/>
            <a:ext cx="121423" cy="304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7" name="直接箭头连接符 3145756">
            <a:extLst>
              <a:ext uri="{FF2B5EF4-FFF2-40B4-BE49-F238E27FC236}">
                <a16:creationId xmlns:a16="http://schemas.microsoft.com/office/drawing/2014/main" id="{B642380D-3FF4-1905-3AF6-986A4B898760}"/>
              </a:ext>
            </a:extLst>
          </p:cNvPr>
          <p:cNvCxnSpPr/>
          <p:nvPr/>
        </p:nvCxnSpPr>
        <p:spPr>
          <a:xfrm>
            <a:off x="499434" y="4939044"/>
            <a:ext cx="0" cy="309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5759" name="椭圆 3145758">
            <a:extLst>
              <a:ext uri="{FF2B5EF4-FFF2-40B4-BE49-F238E27FC236}">
                <a16:creationId xmlns:a16="http://schemas.microsoft.com/office/drawing/2014/main" id="{F7312A44-9027-3F4F-0637-F3F2E88DD068}"/>
              </a:ext>
            </a:extLst>
          </p:cNvPr>
          <p:cNvSpPr/>
          <p:nvPr/>
        </p:nvSpPr>
        <p:spPr>
          <a:xfrm>
            <a:off x="460991" y="5194108"/>
            <a:ext cx="94233" cy="887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45761" name="直接箭头连接符 3145760">
            <a:extLst>
              <a:ext uri="{FF2B5EF4-FFF2-40B4-BE49-F238E27FC236}">
                <a16:creationId xmlns:a16="http://schemas.microsoft.com/office/drawing/2014/main" id="{047AF202-E41F-286A-03D3-E51769DAE0CD}"/>
              </a:ext>
            </a:extLst>
          </p:cNvPr>
          <p:cNvCxnSpPr>
            <a:cxnSpLocks/>
          </p:cNvCxnSpPr>
          <p:nvPr/>
        </p:nvCxnSpPr>
        <p:spPr>
          <a:xfrm flipH="1" flipV="1">
            <a:off x="574666" y="5238474"/>
            <a:ext cx="397968" cy="31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5763" name="文本框 3145762">
            <a:extLst>
              <a:ext uri="{FF2B5EF4-FFF2-40B4-BE49-F238E27FC236}">
                <a16:creationId xmlns:a16="http://schemas.microsoft.com/office/drawing/2014/main" id="{7718B8C9-82EE-D588-B0C4-CB488F6C27E1}"/>
              </a:ext>
            </a:extLst>
          </p:cNvPr>
          <p:cNvSpPr txBox="1"/>
          <p:nvPr/>
        </p:nvSpPr>
        <p:spPr>
          <a:xfrm>
            <a:off x="630929" y="5297316"/>
            <a:ext cx="8078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指定节点</a:t>
            </a:r>
          </a:p>
        </p:txBody>
      </p:sp>
      <p:sp>
        <p:nvSpPr>
          <p:cNvPr id="3145764" name="文本框 3145763">
            <a:extLst>
              <a:ext uri="{FF2B5EF4-FFF2-40B4-BE49-F238E27FC236}">
                <a16:creationId xmlns:a16="http://schemas.microsoft.com/office/drawing/2014/main" id="{EB8D8905-8AE8-430D-3265-C24BC9F9E64E}"/>
              </a:ext>
            </a:extLst>
          </p:cNvPr>
          <p:cNvSpPr txBox="1"/>
          <p:nvPr/>
        </p:nvSpPr>
        <p:spPr>
          <a:xfrm>
            <a:off x="93077" y="5619645"/>
            <a:ext cx="12333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历史使用记录</a:t>
            </a:r>
          </a:p>
        </p:txBody>
      </p:sp>
      <p:sp>
        <p:nvSpPr>
          <p:cNvPr id="3145765" name="文本框 3145764">
            <a:extLst>
              <a:ext uri="{FF2B5EF4-FFF2-40B4-BE49-F238E27FC236}">
                <a16:creationId xmlns:a16="http://schemas.microsoft.com/office/drawing/2014/main" id="{B84968D2-CA02-1E19-6352-6EF57025284B}"/>
              </a:ext>
            </a:extLst>
          </p:cNvPr>
          <p:cNvSpPr txBox="1"/>
          <p:nvPr/>
        </p:nvSpPr>
        <p:spPr>
          <a:xfrm>
            <a:off x="386802" y="3521648"/>
            <a:ext cx="3979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accent1"/>
                </a:solidFill>
              </a:rPr>
              <a:t>+</a:t>
            </a:r>
            <a:endParaRPr lang="zh-CN" altLang="en-US" sz="3200" b="1" dirty="0">
              <a:solidFill>
                <a:schemeClr val="accent1"/>
              </a:solidFill>
            </a:endParaRPr>
          </a:p>
        </p:txBody>
      </p:sp>
      <p:pic>
        <p:nvPicPr>
          <p:cNvPr id="3145767" name="图片 3145766">
            <a:extLst>
              <a:ext uri="{FF2B5EF4-FFF2-40B4-BE49-F238E27FC236}">
                <a16:creationId xmlns:a16="http://schemas.microsoft.com/office/drawing/2014/main" id="{767CA688-2C72-3F2A-03CD-4D5E914D1ED4}"/>
              </a:ext>
            </a:extLst>
          </p:cNvPr>
          <p:cNvPicPr/>
          <p:nvPr/>
        </p:nvPicPr>
        <p:blipFill>
          <a:blip r:embed="rId13"/>
          <a:srcRect l="30981" t="7957" r="32847" b="38384"/>
          <a:stretch>
            <a:fillRect/>
          </a:stretch>
        </p:blipFill>
        <p:spPr>
          <a:xfrm>
            <a:off x="10103854" y="774108"/>
            <a:ext cx="500149" cy="503965"/>
          </a:xfrm>
          <a:prstGeom prst="rect">
            <a:avLst/>
          </a:prstGeom>
        </p:spPr>
      </p:pic>
      <p:sp>
        <p:nvSpPr>
          <p:cNvPr id="3145769" name="文本框 3145768">
            <a:extLst>
              <a:ext uri="{FF2B5EF4-FFF2-40B4-BE49-F238E27FC236}">
                <a16:creationId xmlns:a16="http://schemas.microsoft.com/office/drawing/2014/main" id="{D5EBF85C-6EA5-9517-0355-1335ACDEC5DD}"/>
              </a:ext>
            </a:extLst>
          </p:cNvPr>
          <p:cNvSpPr txBox="1"/>
          <p:nvPr/>
        </p:nvSpPr>
        <p:spPr>
          <a:xfrm>
            <a:off x="5800884" y="827896"/>
            <a:ext cx="4271317" cy="396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构建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Agent</a:t>
            </a: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过程中使用的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辅助编程工具：</a:t>
            </a:r>
          </a:p>
        </p:txBody>
      </p:sp>
      <p:sp>
        <p:nvSpPr>
          <p:cNvPr id="3145770" name="文本框 3145769">
            <a:extLst>
              <a:ext uri="{FF2B5EF4-FFF2-40B4-BE49-F238E27FC236}">
                <a16:creationId xmlns:a16="http://schemas.microsoft.com/office/drawing/2014/main" id="{D95061AE-5426-647C-1D10-71746ED6B6F7}"/>
              </a:ext>
            </a:extLst>
          </p:cNvPr>
          <p:cNvSpPr txBox="1"/>
          <p:nvPr/>
        </p:nvSpPr>
        <p:spPr>
          <a:xfrm>
            <a:off x="10604003" y="811595"/>
            <a:ext cx="14055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Codex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40629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34A9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1150</TotalTime>
  <Words>150</Words>
  <Application>Microsoft Office PowerPoint</Application>
  <PresentationFormat>宽屏</PresentationFormat>
  <Paragraphs>26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微软雅黑</vt:lpstr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SYS</dc:creator>
  <cp:lastModifiedBy>jq z</cp:lastModifiedBy>
  <cp:revision>114</cp:revision>
  <dcterms:created xsi:type="dcterms:W3CDTF">2025-05-09T17:52:00Z</dcterms:created>
  <dcterms:modified xsi:type="dcterms:W3CDTF">2026-09-01T14:44:52Z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10fcf62c9f754b2d87a43915f2f2b582_23</vt:lpwstr>
  </property>
  <property fmtid="{D5CDD505-2E9C-101B-9397-08002B2CF9AE}" pid="3" name="KSOProductBuildVer">
    <vt:lpwstr>2052-12.1.0.23542</vt:lpwstr>
  </property>
</Properties>
</file>